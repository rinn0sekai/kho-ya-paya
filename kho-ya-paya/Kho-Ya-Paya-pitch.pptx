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7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खोया–पाया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Kho-Ya-Paya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Cross-center reunification for Kumbh Mela 2027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6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found at any Kho-Ya-Paya center,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searchable at every other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6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offline, multilingual, with a human as the only authority that confirms a reunion.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Impact Lab · Mumbai 2026 · 80 million pilgrims, thousands lost each day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gap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i="1" dirty="0">
                <a:solidFill>
                  <a:srgbClr val="1D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person registered at Center A is invisible to a family searching at Center B."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manual lost-and-found centers. No cross-search. Today the bridge between them is paper, PA announcements, and luck — and the people who go missing are mostly phoneless, non-literate, multilingual elders.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0" y="182880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0" y="18288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92640" y="2377440"/>
            <a:ext cx="365760" cy="0"/>
          </a:xfrm>
          <a:prstGeom prst="line">
            <a:avLst/>
          </a:prstGeom>
          <a:noFill/>
          <a:ln w="38100">
            <a:solidFill>
              <a:srgbClr val="CF3B3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6469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5528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here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searches here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9319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BEFE6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9319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sentence drives the entire architecture.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 — and what kills naive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D6E7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is 100% unique (2,008 / 2,008)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9202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family's number → never a person key. Dedup on it catches zero cross-center duplicates.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contradicts the description 48%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108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gender in the blocking key and you silently drop ~half the true pairs of the exact elderly cohort.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D6E7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8862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 no name · 19.7% no mobile · no photos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2976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 &amp; self-serve search have no input on the missing side. Description + Claude is the identity.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CF3B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50749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is coordinates-only — no video feed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4864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has nothing to run on, and would cost $0.6–1.8M in GPUs to reunite no 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centers as two SQLite replicas. Pure-stdlib Python — runs on an $800 offline box.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registry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full local replica. Works with the network down; converges on a USB courier.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brain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3440" y="25786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+ evidence-gated bands. Nothing AUTO-SUGGESTs without a strong identifier.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(advisory)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200" y="25786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Cross-script names (Lokkhi = Lakshmi) + voice intake. Ranks &amp; explains; never confirms.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reachability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4531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inverts the search radius — a crush bounds where a lost elder can be.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3886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kernel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44531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Confirm-only search, audited PII, minors police-only. Enforced in code, not slides.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Reunification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58200" y="44531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both parties to the nearest handoff; notifies family with no location leak.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gap — live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laptops. Pull the network cable.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at 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2377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son reports his mother by voice in Maithili — no name typed, no phone of hers. Saved offline in 2s.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017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at B, offline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volunteer logs a confused elder at Center B. Cross-search returns 0 matches from A — she's invisible.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069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sync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4480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USB courier carries the records both ways. The partition heals.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20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Jha surfaces — held at REVIEW (no name), so the operator confirms via the family, never the elder.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E87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$24k + $36/day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 vs $0.6–1.8M for a YOLO camera farm with no feed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0" y="18288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0" y="27889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false-confident matches in a negative-control eval (never claim a stranger)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finding a no-name elder across centers — the hard core case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4023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E87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 km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217920" y="4983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crowd-modulated search radius at Ramkund on a snan day (6× tighter than normal)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wins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0" y="17373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 offline boxes, existing centers/police/CCTV, pure stdlib — no cloud on the life-safety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0" y="2651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literal cross-center gap from the problem statement, for the cohort that actually goes missing.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35661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Operator-mediated voice + icon, 10 languages, no smartphone or literacy required.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44805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append-only sync, duplicate + incomplete-data handling, evidence-gated matching.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394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53949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Confirm-only search, audited PII, AMBER governor, police-only minors, no location leaks.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partition demo, not the dashboard demo — that's how you reunite a phoneless grandmother on the one day 120 million people show 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2026-06-27T08:20:54Z</dcterms:created>
  <dcterms:modified xsi:type="dcterms:W3CDTF">2026-06-27T08:20:54Z</dcterms:modified>
</cp:coreProperties>
</file>